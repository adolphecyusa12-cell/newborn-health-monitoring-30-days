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</p:sldIdLst>
  <p:sldSz cx="12192000" cy="6858000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42C64D-6385-4A15-BFAF-63250546711C}" v="6" dt="2025-12-26T03:50:45.1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80" d="100"/>
          <a:sy n="80" d="100"/>
        </p:scale>
        <p:origin x="11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tags" Target="tags/tag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usa adolphe" userId="0b8a105e4062a840" providerId="LiveId" clId="{52A419D5-6557-4AAE-A063-60D15ECF67C6}"/>
    <pc:docChg chg="delSld">
      <pc:chgData name="cyusa adolphe" userId="0b8a105e4062a840" providerId="LiveId" clId="{52A419D5-6557-4AAE-A063-60D15ECF67C6}" dt="2025-12-26T03:47:45.544" v="0" actId="2696"/>
      <pc:docMkLst>
        <pc:docMk/>
      </pc:docMkLst>
      <pc:sldChg chg="del">
        <pc:chgData name="cyusa adolphe" userId="0b8a105e4062a840" providerId="LiveId" clId="{52A419D5-6557-4AAE-A063-60D15ECF67C6}" dt="2025-12-26T03:47:45.544" v="0" actId="2696"/>
        <pc:sldMkLst>
          <pc:docMk/>
          <pc:sldMk cId="2282759447" sldId="25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1d5d01c4-d017-4eed-9e72-832022bd15c9}">
  <we:reference id="WA200003233" version="2.0.0.3" store="en-US" storeType="OMEX"/>
  <we:alternateReferences/>
  <we:properties>
    <we:property name="Microsoft.Office.CampaignId" value="&quot;none&quot;"/>
    <we:property name="artifactViewState" value="&quot;live&quot;"/>
    <we:property name="backgroundColor" value="&quot;#FFFFFF&quot;"/>
    <we:property name="bookmark" value="&quot;H4sIAAAAAAAAA+1aTW/jNhD9K4Uue3ELUhT1kVvizQJbFEXQBNlDESyGH5K1kSVDorNxA//3HVJO2mTlOI5jW0lzMSSKHM68eY8Sx7zxVN5MCpj9CWPtHXhHVXU5hvryF+oNvLJt8wknGkJNIEziWAagIoFPq4nJq7LxDm48A3WmzXneTKGwhrDx74uBB0VxApm9S6Fo9MCb6LqpSijyf3TbGR+ZeqrnA09fT4qqBmvy1IDR1uwVdsd7dIH+xnBGkCa/0qdamrZV00jwUAH3KVcslYFKQuzWtB2cZ51drGk3/bAqDeQlTmPbUog4kFSHRMcQBJEkaeLa88IsuojZ8fWkxugw5tnEgjNEX7OqziUUnoui1k3r9I03rIrp2F0d32s/raa11H/p1D0qTW5mFnoQOWI1RzBO6gqhcq0CxOxrrlzzqPo+rDVOqLwDMr/AliYvs2KB5b9hnbWuNUUudW0zJb4hJC6AscZM2YtMY9h2EIYyaaezs9+Fe//q/DYT/sD7VFdjN2xBGcuFh0EMvNYH9HLgfRnpWrsRiLfKzQKFzw+QaRZdnoBZe+PmXgoXTnwOxdRxEe3+kZs23pu2Gft+OCIk+mC7XszxZz53gxQY6EBlXCmHm3b577b3EUeo6ntpbbbGGl3csvUni41B1phTl8FT12+FfauUhWUbdasGjP3bf/h+F/JLs8/CM/CIzwCUD36g0piHLI4kWymRQ3UFpUTSbqaP42tZa4flAydxifmqYNZ0aGSw2onDLKt1BresPN6Gh3I6/rUxVVW4B5+m5YIT9DGPX25lWerXBotLgcvmcAS1ube+4KiqVro+mjkCfMzrW/rjwnHcJ9ytOjsVtIB99gwNPYWhrY5YoqhPUh5A7AciUdoXfFc6avDt21sJdTk3xCx+0Xk2Mg/SSHYjny6fNnktG5CXWh3ikL4IaF3UtyGeFbRsdQOCJ5THcZikKuYBCfHLdFe6ucqN/WDtq3K63bNZPNPjyX6U0+3TG3nrrAv4NkSzkpOtbAQjPApDToVOA+XzlMbkXTYrspjhzvBdNnsHfI+yCXmQUpkEISQ04CJkvtzZV9qrlQ0OfcLb5o1QtjvYPVI20SpKua9JlIo0CiANA7Uryn4uihL79JazS/yzefwdpvtZ6pf4tMFaDz3aV6yL+DaEs5qVrXLihLCIskBCIqgfQcqYeL5ydlHdsDBOa1wn16FuL4px76WtbSZ/v6UtWyH2CWciCamQMSOCh73Q0Vr7tUcrs73zlr0qb4NnaPIM5Kgaa2QQDaIgZGEQUR4kPVDourRq/7xhkaCKUJlyRRhVUtBNthZbD8cW0kfaLomvQibL3O2pTpa5+xyhZDDNdG9l8QiPWl1QFqchYyFJkkSLVBPhb1DgfcF4uv8fdSckVnJsZdIk1Op+zqwRmVKVJCmRTIPE96gfM7/HWGS6RJZtDY1EcwocsQhiGkoKAWeBHfqoKaOvjaiuf7YWCJ+wNPRlijvmkIMWPF5pLR/DQ225MlHkEwpxxEQslZRE0E12Dv+DMtGyVeBt1okeiXZvhSLH265jQdXUNBOQ+gRK3XFmBYkCqHK1uF52UsUd97o7qjKf/wB4mu26ZiYAAA==&quot;"/>
    <we:property name="creatorSessionId" value="&quot;6f417bd5-d2fd-4431-9974-4c768c8876d5&quot;"/>
    <we:property name="creatorTenantId" value="&quot;02e496e0-bb8f-4ec3-bf4d-6e3cd4bd4ba4&quot;"/>
    <we:property name="creatorUserId" value="&quot;10032004749488DC&quot;"/>
    <we:property name="datasetId" value="&quot;411d34c6-5a19-434f-9d42-bfe1f0ad0f66&quot;"/>
    <we:property name="embedUrl" value="&quot;/reportEmbed?reportId=045047d8-07aa-4b25-aa79-2eff01e2b582&amp;config=eyJjbHVzdGVyVXJsIjoiaHR0cHM6Ly9XQUJJLVVTLU5PUlRILUNFTlRSQUwtcmVkaXJlY3QuYW5hbHlzaXMud2luZG93cy5uZXQiLCJlbWJlZEZlYXR1cmVzIjp7InVzYWdlTWV0cmljc1ZOZXh0Ijp0cnVlfX0%3D&amp;disableSensitivityBanner=true&amp;storytellingChangeViewModeShortcutKeys=true&quot;"/>
    <we:property name="initialStateBookmark" value="&quot;H4sIAAAAAAAAA+1aXVPbOBT9Kzt+6Ut2x7Isf/AGNJ3pdtsyhaEPOwxz9WVcHDtjK5SUyX/fKzl0F+oQICQxLC8ZW5au7j33HNm60ZUn82ZcwPQTjJS34+1V1fkI6vPfiDfwynnb588fPu5++XD6affjEJurscmrsvF2rjwDdabMcd5MoLAWsPHvk4EHRXEAmb3TUDRq4I1V3VQlFPkP1XbGR6aeqNnAU5fjoqrBmjw0YJQ1e4Hd8R7nJn9QnBGEyS/UoRKmbVUk5iySwALCJNUilGmE3Zq2g/Oss4s17abfr0oDeYnT2DYNMQNfq8hXCYRhLHyduva8MPMufDq8HNcYHcY8HVtU9tHXrKpzAYXnoqhV0zp95e1XxWTkroY32g+rSS3UF6Xdo9LkZmrxBZ4jVjME46CuECrXyoFPT3Ppms+q7/u1wgmlt+PPTrClycusmGP5b1hHrWtNkQtV20zxbwiJC2CkMFP2IlMYth2EoYzb6ezsP8O9eXV8nYlg4L2rq5EbNucKxxluBzHwWh/Qy4H39UzVyo1AvGVu5ii8v4VMM+9yD8zaGzf3Qrhw4mMoJo6LaPev3LTxXrXN2PfNnh+yN7bryQx/ZjM3SIKBDlRGlXS4KZf/bntvcYSsvpfWZmusUcU1W3+x2BhkjTl0GTx0/ZbYt0qZW7ZRt2rA2L/9h+8/Q35q9ll4Bp4fUAAZQBBKnbCIJrGgSyWyKy+gFEja1fQxvBS1cljechKXmFMJ06ZDI4PlTuxmWa0yuGblcB0eisno98ZUVeEevJuUc06Quzx+upVloV8rLC4FLpv7Z1CbG+sLjqpqqeq9qSPA27y+pj8uHMM+4W7V2amgOezTR2joPgxtdURTSQJfsxCSIOSpVAFnm9JRg2/f3kqoy7l9zOJXlWdn5lYa/c3Ip8unVV7LBsS5krs4pC8Ceijq6xDPElq2ugHOUsKSJEq1TFjoR8xXm9LNRW7sB2tfldPtns3ikRqNt6Ocbp9eyFvnoYCvQzRLOdnKhlOfxVHECFc6lAHTJPFfZbMkixnuDF9ls3XAtyibiIWaiDSMICUh4xENxMa+0p6tbHDoPd42L4Sy3cFukbKpkrFmgfJjzXUcgo5CuSnKvi+KEvv0lrML/LN5/BMm21nqF/i0wloPPdpXPBTxdQhnOStb5SSpT2NCQwEpJ0EMmlL+eOVsorphYZzUuE4+hLq9KMa9lrbWmfztlrZshTjwGeVpRLhIqM9Z1AsdPWi/dmdltnfe0mflbfgITR6BOKtGChlEwjiMaBTGhIVpDxT6UFq1f97QmBPpE6GZ9CmRgpNVthZrD8cW0s+UXRKfhUwWudtTnSxy9zFCyWCSqd7K4g4etbogNNERpZGfpqniWvk8WKHA+4TxdP8/6o5GLOXY0qQJqOXNnFkjQhOZptoXVIHA92iQ0KDHWGSqRJatDY1UMQIMsQgTEgkCIaOhHXqnKaMuDa8uf7UW8sCnOgqExh1zxEBxliy1lo/gtrZcmSgOfAJJTHkipBA+J6vsHP4HZaJFq8DLrBPdEe3WCkWOt13HgqqJacYg1AGUquPMChIFUOVyfr3opIo77uW5STBZOS+WHZ25cbRlNvsHctLt+Y8mAAA=&quot;"/>
    <we:property name="isFiltersActionButtonVisible" value="true"/>
    <we:property name="isVisualContainerHeaderHidden" value="false"/>
    <we:property name="pageDisplayName" value="&quot;Page 1&quot;"/>
    <we:property name="pageName" value="&quot;e17b56da5215d3fc4d96&quot;"/>
    <we:property name="reportEmbeddedTime" value="&quot;2025-12-26T03:45:59.347Z&quot;"/>
    <we:property name="reportName" value="&quot;NEW BORN BABIES&quot;"/>
    <we:property name="reportState" value="&quot;CONNECTED&quot;"/>
    <we:property name="reportUrl" value="&quot;/groups/me/reports/045047d8-07aa-4b25-aa79-2eff01e2b582/e17b56da5215d3fc4d96?bookmarkGuid=46f87f49-f4aa-483f-be4c-760383bc59ec&amp;bookmarkUsage=1&amp;ctid=02e496e0-bb8f-4ec3-bf4d-6e3cd4bd4ba4&amp;fromEntryPoint=export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Segoe UI Light</vt:lpstr>
      <vt:lpstr>Office Theme</vt:lpstr>
      <vt:lpstr>Microsoft Power BI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cyusa adolphe</cp:lastModifiedBy>
  <cp:revision>3</cp:revision>
  <dcterms:created xsi:type="dcterms:W3CDTF">2018-06-07T21:39:02Z</dcterms:created>
  <dcterms:modified xsi:type="dcterms:W3CDTF">2025-12-26T03:50:56Z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